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EF4444"/>
              </a:solidFill>
              <a:effectLst/>
            </c:spPr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1E293B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Implementado</c:v>
                </c:pt>
                <c:pt idx="1">
                  <c:v>Parcial</c:v>
                </c:pt>
                <c:pt idx="2">
                  <c:v>Ausente</c:v>
                </c:pt>
                <c:pt idx="3">
                  <c:v>Refatoração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</c:v>
                </c:pt>
                <c:pt idx="1">
                  <c:v>19</c:v>
                </c:pt>
                <c:pt idx="2">
                  <c:v>25</c:v>
                </c:pt>
                <c:pt idx="3">
                  <c:v>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144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8229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Mary Platform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1554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Realinhamento — PRD v3.0 Reconciliado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371600" y="2377440"/>
            <a:ext cx="6400800" cy="914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2651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campo a campo entre Excalidraw e implementação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identificamos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920240" y="1371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240280" y="1371600"/>
            <a:ext cx="128016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402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Transcrição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371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371600"/>
            <a:ext cx="128016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v2.2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371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40680" y="1371600"/>
            <a:ext cx="128016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06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0840" y="137160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B82F6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40880" y="1371600"/>
            <a:ext cx="1280160" cy="5029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40880" y="13716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2194560"/>
            <a:ext cx="78638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194560"/>
            <a:ext cx="64008" cy="12801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2286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raiz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6060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Excalidraw nunca entrou formalmente na cadeia de produção como spec técnica. A cadeia Call → Transcrição → PRD perdeu fidelidade em relação ao produto visual aprovado.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749040"/>
            <a:ext cx="64008" cy="100584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37947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notícia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0584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infraestrutura (auth, multi-tenant, RLS, MRS, pipeline, tese CRUD) é sólida. O que precisa mudar são campos, fluxos e UX — não a arquitetura.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 aderência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campo a campo: 60 itens avaliados entre Excalidraw e implementação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645920"/>
            <a:ext cx="182880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aderentes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16459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0" y="1645920"/>
            <a:ext cx="182880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2024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274320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Parciais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(divergem)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46320" y="16459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1645920"/>
            <a:ext cx="182880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92024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4632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48463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construir)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949440" y="1645920"/>
            <a:ext cx="18288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949440" y="1645920"/>
            <a:ext cx="1828800" cy="54864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92024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49440" y="2468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400" dirty="0"/>
          </a:p>
        </p:txBody>
      </p:sp>
      <p:sp>
        <p:nvSpPr>
          <p:cNvPr id="24" name="Text 18"/>
          <p:cNvSpPr/>
          <p:nvPr/>
        </p:nvSpPr>
        <p:spPr>
          <a:xfrm>
            <a:off x="694944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refatoração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1828800" y="3749040"/>
          <a:ext cx="5486400" cy="1325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Principais divergências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51560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51560"/>
            <a:ext cx="64008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143000"/>
            <a:ext cx="10058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1430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 Ativo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Excalidraw: 4 passos M&amp;A (Dados → Matching → Equipe → Codinome)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5 passos genéricos (CNPJ → Confirm → Details → Eligibility → Terms)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campos ausentes incluindo modelo de negócio, ROB, EBITDA%, codinome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075688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75688"/>
            <a:ext cx="64008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0" y="2167128"/>
            <a:ext cx="100584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167128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" y="21214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do Investidor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2395728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 e Cheque são campos separados no Excalidraw, mas foram confundidos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implementação (ticketMin/Max). Faltam: tipo operação, critérios exclusão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099816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099816"/>
            <a:ext cx="64008" cy="8686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0" y="3191256"/>
            <a:ext cx="1005840" cy="25603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0" y="3191256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97280" y="3145536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M&amp;A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3419856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Excalidraw: 12 fases (Screening → ... → Disclosure)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5 marcos (Teaser → NDA → NBO → SPA → Fechado)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78638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23944"/>
            <a:ext cx="6400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4215384"/>
            <a:ext cx="100584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4215384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" y="41696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4443984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Excalidraw: sidebar que empurra conteúdo, contextual por tela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Implementação: página separada, sem contextualidade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743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274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Estratégia: PRD Reconciliation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80160" y="777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fases de realinhamento progressivo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1371600"/>
            <a:ext cx="100584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716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0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documental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828800" y="14630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v3.0 Reconciliado criado — Excalidraw como fonte primária.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com status: ✅ ⚠️ ❌ 🔄. Backlog remapeado.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1444752"/>
            <a:ext cx="1005840" cy="25603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144475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560320"/>
            <a:ext cx="78638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0080" y="2560320"/>
            <a:ext cx="100584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25603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29718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Realinhamento crítico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828800" y="26517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Refazer onboarding do Ativo (4 passos Excalidraw).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 tese do Investidor. Ajustar menus e breadcrumbs.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visual direto para o cliente.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2633472"/>
            <a:ext cx="1005840" cy="25603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7406640" y="263347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40080" y="3749040"/>
            <a:ext cx="78638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" y="3749040"/>
            <a:ext cx="1005840" cy="10058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40080" y="37490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" y="416052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Completar aderência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828800" y="38404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12 fases. Mary AI sidebar. Auto-save + tooltips.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Advisor. Regras globais completas.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06640" y="3822192"/>
            <a:ext cx="100584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6" name="Text 23"/>
          <p:cNvSpPr/>
          <p:nvPr/>
        </p:nvSpPr>
        <p:spPr>
          <a:xfrm>
            <a:off x="7406640" y="3822192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já funciona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sólida que será preservada e expandida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0876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Multi-tenant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0876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Autenticação, MFA, isolamento por workspace e perfil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50876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00600" y="150876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45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 canônico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69280" y="1965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score 0-100, gates NDA/NBO — totalmente aderente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92608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92608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2004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+ Radar (base)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0876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de teses, matching por tese ativa, CTAs investidor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00600" y="2926080"/>
            <a:ext cx="374904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00600" y="2926080"/>
            <a:ext cx="64008" cy="109728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20040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0632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(base)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66928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marcos jurídicos, gate NDA, kanban — precisa expandir fases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0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Épicos E1 a E4 concluídos e validados — a base está sólida, o ajuste é cirúrgico.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imediato — Fase 1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entregas com maior impacto visual e funcional para o cliente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544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Refatorar Onboarding Ativo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7647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 M&amp;A conforme Excalidraw, 17+ campos, tooltips, auto-save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0" y="15087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0" y="1645920"/>
            <a:ext cx="100584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0" y="16459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21488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22402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40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194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menus por perfil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450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e naming corretos, codinome dinâmico no menu ativo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21945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0" y="2331720"/>
            <a:ext cx="100584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23317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28346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29260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breadcrumbs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3136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 completa em todas as telas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83680" y="28803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0" y="3017520"/>
            <a:ext cx="1005840" cy="2286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0" y="30175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0080" y="35204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36118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6118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716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 tese investidor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38221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ROB/Cheque separados, tipo operação, critérios exclusão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83680" y="35661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15200" y="3703320"/>
            <a:ext cx="10058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0" y="37033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40080" y="420624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77240" y="429768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42976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3716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pipeline para 12 fases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371600" y="45079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→ Teaser → NDA → ... → Disclosure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583680" y="425196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Est: 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15200" y="4389120"/>
            <a:ext cx="100584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7315200" y="438912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Garantias de governança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10972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78638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325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Excalidraw como fonte primária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4592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implementação começa lendo o arquivo Excalidraw correspondente e mapeando campo a campo antes de codar.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78638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517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2514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v3.0 como contrato executável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4592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único com status por item (✅ ⚠️ ❌ 🔄). Atualizado a cada sprint.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8404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45920" y="3703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anti-drift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645920" y="4023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formal: Excalidraw &gt; PRD v3.0 &gt; Código. Qualquer divergência é bug, não feature.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passos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914400" y="169164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este plano de realinhamento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286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Fase 1 — Onboarding Ativo conforme Excalidraw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4400" y="288036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2834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resultado da Fase 1 para validação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4400" y="3474720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5448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itens restantes em sprints sequenciais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 Platform — Plano de Realinhamento PRD v3.0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Mary Platform — Plano de Realinhamento</dc:title>
  <dc:subject>PptxGenJS Presentation</dc:subject>
  <dc:creator>Anderson — Mary Platform</dc:creator>
  <cp:lastModifiedBy>Anderson — Mary Platform</cp:lastModifiedBy>
  <cp:revision>1</cp:revision>
  <dcterms:created xsi:type="dcterms:W3CDTF">2026-04-02T02:06:16Z</dcterms:created>
  <dcterms:modified xsi:type="dcterms:W3CDTF">2026-04-02T02:06:16Z</dcterms:modified>
</cp:coreProperties>
</file>